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71" r:id="rId4"/>
    <p:sldId id="277" r:id="rId5"/>
    <p:sldId id="262" r:id="rId6"/>
    <p:sldId id="263" r:id="rId7"/>
    <p:sldId id="275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607"/>
    <a:srgbClr val="125709"/>
    <a:srgbClr val="176F0B"/>
    <a:srgbClr val="F7F0DE"/>
    <a:srgbClr val="EC7320"/>
    <a:srgbClr val="C0C9C2"/>
    <a:srgbClr val="1F950F"/>
    <a:srgbClr val="EF85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379" autoAdjust="0"/>
  </p:normalViewPr>
  <p:slideViewPr>
    <p:cSldViewPr snapToGrid="0">
      <p:cViewPr varScale="1">
        <p:scale>
          <a:sx n="78" d="100"/>
          <a:sy n="78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A29C8-D65A-40A5-BAF2-E6935C3CACF1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BC0F4-3919-4D18-98FD-7A63C61BC76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865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BC0F4-3919-4D18-98FD-7A63C61BC76C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4597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2c42eb7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e2c42eb70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2c42eb70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2c42eb70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e2c42eb705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g3e2c42eb705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9A0C9-9DD0-48EF-BFA6-B69F97B0D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CE975A-21D5-F2F1-5458-77AABFF20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27C31E-86A2-0F8F-4B91-C71CA417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1B078-B453-A57F-D270-57055BB5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FA3D47-03DF-4AEA-1E98-7274BD9C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5114140"/>
      </p:ext>
    </p:extLst>
  </p:cSld>
  <p:clrMapOvr>
    <a:masterClrMapping/>
  </p:clrMapOvr>
  <p:transition spd="slow" advTm="5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1A1EE-7B86-685E-9125-22A16014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CE82E4-1FC6-AF36-F788-F412974B3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0DD5F8-F347-4ED3-72D9-7D88EC21B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4F97C4-9EEF-EA39-9AE9-BC6DC68D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4A2E72-13D0-1366-70F6-9D593C1A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1725151"/>
      </p:ext>
    </p:extLst>
  </p:cSld>
  <p:clrMapOvr>
    <a:masterClrMapping/>
  </p:clrMapOvr>
  <p:transition spd="slow" advTm="5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FCB10-3F1C-4B48-5CB3-FFF9E7CD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C060B6-0C1B-490D-20F7-58C5D605E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9C0F7-4CC1-EC1E-8546-E7CE8513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B0AC8D-8946-7B22-653C-5B0EF76F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50107D-F975-7564-D04E-8302C124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104885"/>
      </p:ext>
    </p:extLst>
  </p:cSld>
  <p:clrMapOvr>
    <a:masterClrMapping/>
  </p:clrMapOvr>
  <p:transition spd="slow" advTm="5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3A02E-86DB-9C54-6820-6DFE8EA4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8ECD7-86E1-1703-32CF-E1548BE23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651695-3C25-26A5-3AEB-5F8785B31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94FB6E-5A1D-BC56-0106-DA35DD5F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91F5DB-18C8-7FC8-83B5-BD4A9F2B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160407-F3C9-840B-558A-F3A85101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2307003"/>
      </p:ext>
    </p:extLst>
  </p:cSld>
  <p:clrMapOvr>
    <a:masterClrMapping/>
  </p:clrMapOvr>
  <p:transition spd="slow" advTm="5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A3895-ECF8-4DC5-FAA6-64A24F39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04F88-0D98-8EC2-54C3-372222048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FA51CB-81FD-9D87-9F8A-96E2536CB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1C3C71-A9FB-D6E2-5298-B71CC3A37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B0978-EAE5-8E15-4C6C-EA5850D0C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9D87B1-2450-92B0-7F6E-CA2AFDF8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D0FDA4-471D-1F77-67AB-CD5B0174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DEC9BA-2070-0E9F-2ED6-85C1AD4A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0015311"/>
      </p:ext>
    </p:extLst>
  </p:cSld>
  <p:clrMapOvr>
    <a:masterClrMapping/>
  </p:clrMapOvr>
  <p:transition spd="slow" advTm="5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3B26E-99D2-BA1D-3300-2C9C07A0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F0BFD7-C64E-C7FE-2E56-EC18D3A4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BD290C-CCD7-AF81-FED4-ECFD68D2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0BABB4-292A-30C1-B766-A740374F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7083204"/>
      </p:ext>
    </p:extLst>
  </p:cSld>
  <p:clrMapOvr>
    <a:masterClrMapping/>
  </p:clrMapOvr>
  <p:transition spd="slow" advTm="5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B20251-73B2-49CF-0560-8433FC22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8C6E5D-B562-C4CD-F8D8-1848CE40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1E58A9-1556-0045-DABF-50AAE4AD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2820758"/>
      </p:ext>
    </p:extLst>
  </p:cSld>
  <p:clrMapOvr>
    <a:masterClrMapping/>
  </p:clrMapOvr>
  <p:transition spd="slow" advTm="5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6A4A1-2AFA-2227-5E60-A054E6E4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ED41DA-2330-31D4-BF67-52AD4F448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53EA46-2187-19E2-83FA-1AD4AE0D7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3D7B96-F826-B951-CCA7-50A1F5EC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EE5941-56B3-596B-6023-8DEADD10E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7CAED8-6E57-BC46-5D03-B7008063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663567"/>
      </p:ext>
    </p:extLst>
  </p:cSld>
  <p:clrMapOvr>
    <a:masterClrMapping/>
  </p:clrMapOvr>
  <p:transition spd="slow" advTm="5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71834-84BF-104A-DC68-52C6F8D1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5F9526-A731-ED7E-2879-7DF258653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1FFB9C-ECD1-2B45-D669-7D7E47BE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437D1-9470-15CB-8DCF-226751F1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75A749-AD66-6B1D-EAB3-9482F6C8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7C4778-65F4-0AAA-1812-6305C42D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5046871"/>
      </p:ext>
    </p:extLst>
  </p:cSld>
  <p:clrMapOvr>
    <a:masterClrMapping/>
  </p:clrMapOvr>
  <p:transition spd="slow" advTm="5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E44BB-C9AB-2525-3B61-70A71F32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BC845D-F86E-589D-9464-B47C249D3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1D6CD2-20A9-7D6B-26B4-CAB980EB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20173-F90A-1541-22EA-96FA366F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6F1AF-F90C-4C32-8F86-7649B02B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9278495"/>
      </p:ext>
    </p:extLst>
  </p:cSld>
  <p:clrMapOvr>
    <a:masterClrMapping/>
  </p:clrMapOvr>
  <p:transition spd="slow" advTm="5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3535EB-A11F-CFBD-9AA0-0DD9F6A0F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6C9287-5251-7332-CDBB-C792DDEF5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E30C0B-AD39-CB2A-D891-281D1338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FE8C7C-F0B8-3210-6CA1-8A4398FE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3FDEB6-4A68-0C5A-99AA-B2B406B0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53068"/>
      </p:ext>
    </p:extLst>
  </p:cSld>
  <p:clrMapOvr>
    <a:masterClrMapping/>
  </p:clrMapOvr>
  <p:transition spd="slow" advTm="5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EBA121-7941-FE03-852B-B791F2D9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4DA7C-15F0-250C-B7DB-E5B98CB94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616CF5-CDB5-691A-DA06-D99F54BDE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BE695-6C4D-4C17-B8A5-D6D70E2B3F1C}" type="datetimeFigureOut">
              <a:rPr lang="es-AR" smtClean="0"/>
              <a:t>25/9/2026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0861ED-63C6-31FD-2019-74CAA11EE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2F6718-7757-2873-97F1-BF0630C2B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355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5000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60A5540-ABBD-9D35-5E1B-2F988E31B63D}"/>
              </a:ext>
            </a:extLst>
          </p:cNvPr>
          <p:cNvSpPr/>
          <p:nvPr/>
        </p:nvSpPr>
        <p:spPr>
          <a:xfrm>
            <a:off x="0" y="1"/>
            <a:ext cx="8638989" cy="6857999"/>
          </a:xfrm>
          <a:prstGeom prst="rect">
            <a:avLst/>
          </a:prstGeom>
          <a:solidFill>
            <a:srgbClr val="0E460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s-AR" dirty="0"/>
          </a:p>
        </p:txBody>
      </p:sp>
      <p:pic>
        <p:nvPicPr>
          <p:cNvPr id="4" name="Marcador de posición de imagen 10">
            <a:extLst>
              <a:ext uri="{FF2B5EF4-FFF2-40B4-BE49-F238E27FC236}">
                <a16:creationId xmlns:a16="http://schemas.microsoft.com/office/drawing/2014/main" id="{63F11A0D-29A8-22F3-E846-A0B7165CB0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32" t="20134" r="22326" b="746"/>
          <a:stretch>
            <a:fillRect/>
          </a:stretch>
        </p:blipFill>
        <p:spPr>
          <a:xfrm>
            <a:off x="6096000" y="0"/>
            <a:ext cx="6096001" cy="6858000"/>
          </a:xfrm>
          <a:custGeom>
            <a:avLst/>
            <a:gdLst>
              <a:gd name="connsiteX0" fmla="*/ 261958 w 5026024"/>
              <a:gd name="connsiteY0" fmla="*/ 0 h 6857999"/>
              <a:gd name="connsiteX1" fmla="*/ 5026024 w 5026024"/>
              <a:gd name="connsiteY1" fmla="*/ 0 h 6857999"/>
              <a:gd name="connsiteX2" fmla="*/ 5026024 w 5026024"/>
              <a:gd name="connsiteY2" fmla="*/ 6857999 h 6857999"/>
              <a:gd name="connsiteX3" fmla="*/ 438673 w 5026024"/>
              <a:gd name="connsiteY3" fmla="*/ 6857999 h 6857999"/>
              <a:gd name="connsiteX4" fmla="*/ 440281 w 5026024"/>
              <a:gd name="connsiteY4" fmla="*/ 6857375 h 6857999"/>
              <a:gd name="connsiteX5" fmla="*/ 440267 w 5026024"/>
              <a:gd name="connsiteY5" fmla="*/ 6774392 h 6857999"/>
              <a:gd name="connsiteX6" fmla="*/ 477308 w 5026024"/>
              <a:gd name="connsiteY6" fmla="*/ 6679142 h 6857999"/>
              <a:gd name="connsiteX7" fmla="*/ 515407 w 5026024"/>
              <a:gd name="connsiteY7" fmla="*/ 6582834 h 6857999"/>
              <a:gd name="connsiteX8" fmla="*/ 541867 w 5026024"/>
              <a:gd name="connsiteY8" fmla="*/ 6486526 h 6857999"/>
              <a:gd name="connsiteX9" fmla="*/ 543985 w 5026024"/>
              <a:gd name="connsiteY9" fmla="*/ 6388101 h 6857999"/>
              <a:gd name="connsiteX10" fmla="*/ 536576 w 5026024"/>
              <a:gd name="connsiteY10" fmla="*/ 6306610 h 6857999"/>
              <a:gd name="connsiteX11" fmla="*/ 518584 w 5026024"/>
              <a:gd name="connsiteY11" fmla="*/ 6226176 h 6857999"/>
              <a:gd name="connsiteX12" fmla="*/ 552451 w 5026024"/>
              <a:gd name="connsiteY12" fmla="*/ 6138334 h 6857999"/>
              <a:gd name="connsiteX13" fmla="*/ 609600 w 5026024"/>
              <a:gd name="connsiteY13" fmla="*/ 6058959 h 6857999"/>
              <a:gd name="connsiteX14" fmla="*/ 662519 w 5026024"/>
              <a:gd name="connsiteY14" fmla="*/ 5979584 h 6857999"/>
              <a:gd name="connsiteX15" fmla="*/ 678391 w 5026024"/>
              <a:gd name="connsiteY15" fmla="*/ 5891743 h 6857999"/>
              <a:gd name="connsiteX16" fmla="*/ 636060 w 5026024"/>
              <a:gd name="connsiteY16" fmla="*/ 5808134 h 6857999"/>
              <a:gd name="connsiteX17" fmla="*/ 656169 w 5026024"/>
              <a:gd name="connsiteY17" fmla="*/ 5758392 h 6857999"/>
              <a:gd name="connsiteX18" fmla="*/ 695325 w 5026024"/>
              <a:gd name="connsiteY18" fmla="*/ 5643034 h 6857999"/>
              <a:gd name="connsiteX19" fmla="*/ 778934 w 5026024"/>
              <a:gd name="connsiteY19" fmla="*/ 5552017 h 6857999"/>
              <a:gd name="connsiteX20" fmla="*/ 841375 w 5026024"/>
              <a:gd name="connsiteY20" fmla="*/ 5466293 h 6857999"/>
              <a:gd name="connsiteX21" fmla="*/ 881593 w 5026024"/>
              <a:gd name="connsiteY21" fmla="*/ 5389034 h 6857999"/>
              <a:gd name="connsiteX22" fmla="*/ 857250 w 5026024"/>
              <a:gd name="connsiteY22" fmla="*/ 5354109 h 6857999"/>
              <a:gd name="connsiteX23" fmla="*/ 755651 w 5026024"/>
              <a:gd name="connsiteY23" fmla="*/ 5324476 h 6857999"/>
              <a:gd name="connsiteX24" fmla="*/ 703791 w 5026024"/>
              <a:gd name="connsiteY24" fmla="*/ 5260976 h 6857999"/>
              <a:gd name="connsiteX25" fmla="*/ 713318 w 5026024"/>
              <a:gd name="connsiteY25" fmla="*/ 5194301 h 6857999"/>
              <a:gd name="connsiteX26" fmla="*/ 751419 w 5026024"/>
              <a:gd name="connsiteY26" fmla="*/ 5064126 h 6857999"/>
              <a:gd name="connsiteX27" fmla="*/ 649817 w 5026024"/>
              <a:gd name="connsiteY27" fmla="*/ 4968876 h 6857999"/>
              <a:gd name="connsiteX28" fmla="*/ 661460 w 5026024"/>
              <a:gd name="connsiteY28" fmla="*/ 4899026 h 6857999"/>
              <a:gd name="connsiteX29" fmla="*/ 726016 w 5026024"/>
              <a:gd name="connsiteY29" fmla="*/ 4876801 h 6857999"/>
              <a:gd name="connsiteX30" fmla="*/ 718610 w 5026024"/>
              <a:gd name="connsiteY30" fmla="*/ 4765676 h 6857999"/>
              <a:gd name="connsiteX31" fmla="*/ 655110 w 5026024"/>
              <a:gd name="connsiteY31" fmla="*/ 4713818 h 6857999"/>
              <a:gd name="connsiteX32" fmla="*/ 699560 w 5026024"/>
              <a:gd name="connsiteY32" fmla="*/ 4655609 h 6857999"/>
              <a:gd name="connsiteX33" fmla="*/ 669925 w 5026024"/>
              <a:gd name="connsiteY33" fmla="*/ 4547659 h 6857999"/>
              <a:gd name="connsiteX34" fmla="*/ 633944 w 5026024"/>
              <a:gd name="connsiteY34" fmla="*/ 4440768 h 6857999"/>
              <a:gd name="connsiteX35" fmla="*/ 672042 w 5026024"/>
              <a:gd name="connsiteY35" fmla="*/ 4384676 h 6857999"/>
              <a:gd name="connsiteX36" fmla="*/ 592667 w 5026024"/>
              <a:gd name="connsiteY36" fmla="*/ 4335993 h 6857999"/>
              <a:gd name="connsiteX37" fmla="*/ 575734 w 5026024"/>
              <a:gd name="connsiteY37" fmla="*/ 4283076 h 6857999"/>
              <a:gd name="connsiteX38" fmla="*/ 549276 w 5026024"/>
              <a:gd name="connsiteY38" fmla="*/ 4231217 h 6857999"/>
              <a:gd name="connsiteX39" fmla="*/ 506943 w 5026024"/>
              <a:gd name="connsiteY39" fmla="*/ 4137026 h 6857999"/>
              <a:gd name="connsiteX40" fmla="*/ 455085 w 5026024"/>
              <a:gd name="connsiteY40" fmla="*/ 4048126 h 6857999"/>
              <a:gd name="connsiteX41" fmla="*/ 403227 w 5026024"/>
              <a:gd name="connsiteY41" fmla="*/ 3983568 h 6857999"/>
              <a:gd name="connsiteX42" fmla="*/ 358775 w 5026024"/>
              <a:gd name="connsiteY42" fmla="*/ 3915834 h 6857999"/>
              <a:gd name="connsiteX43" fmla="*/ 330200 w 5026024"/>
              <a:gd name="connsiteY43" fmla="*/ 3825876 h 6857999"/>
              <a:gd name="connsiteX44" fmla="*/ 320676 w 5026024"/>
              <a:gd name="connsiteY44" fmla="*/ 3730626 h 6857999"/>
              <a:gd name="connsiteX45" fmla="*/ 320676 w 5026024"/>
              <a:gd name="connsiteY45" fmla="*/ 3634318 h 6857999"/>
              <a:gd name="connsiteX46" fmla="*/ 358775 w 5026024"/>
              <a:gd name="connsiteY46" fmla="*/ 3539068 h 6857999"/>
              <a:gd name="connsiteX47" fmla="*/ 370417 w 5026024"/>
              <a:gd name="connsiteY47" fmla="*/ 3448051 h 6857999"/>
              <a:gd name="connsiteX48" fmla="*/ 304802 w 5026024"/>
              <a:gd name="connsiteY48" fmla="*/ 3390901 h 6857999"/>
              <a:gd name="connsiteX49" fmla="*/ 241303 w 5026024"/>
              <a:gd name="connsiteY49" fmla="*/ 3354918 h 6857999"/>
              <a:gd name="connsiteX50" fmla="*/ 167219 w 5026024"/>
              <a:gd name="connsiteY50" fmla="*/ 3318934 h 6857999"/>
              <a:gd name="connsiteX51" fmla="*/ 135468 w 5026024"/>
              <a:gd name="connsiteY51" fmla="*/ 3258609 h 6857999"/>
              <a:gd name="connsiteX52" fmla="*/ 179918 w 5026024"/>
              <a:gd name="connsiteY52" fmla="*/ 3125259 h 6857999"/>
              <a:gd name="connsiteX53" fmla="*/ 131234 w 5026024"/>
              <a:gd name="connsiteY53" fmla="*/ 3068109 h 6857999"/>
              <a:gd name="connsiteX54" fmla="*/ 49744 w 5026024"/>
              <a:gd name="connsiteY54" fmla="*/ 3030009 h 6857999"/>
              <a:gd name="connsiteX55" fmla="*/ 0 w 5026024"/>
              <a:gd name="connsiteY55" fmla="*/ 2937934 h 6857999"/>
              <a:gd name="connsiteX56" fmla="*/ 47625 w 5026024"/>
              <a:gd name="connsiteY56" fmla="*/ 2831042 h 6857999"/>
              <a:gd name="connsiteX57" fmla="*/ 131234 w 5026024"/>
              <a:gd name="connsiteY57" fmla="*/ 2723092 h 6857999"/>
              <a:gd name="connsiteX58" fmla="*/ 187327 w 5026024"/>
              <a:gd name="connsiteY58" fmla="*/ 2626784 h 6857999"/>
              <a:gd name="connsiteX59" fmla="*/ 165100 w 5026024"/>
              <a:gd name="connsiteY59" fmla="*/ 2495551 h 6857999"/>
              <a:gd name="connsiteX60" fmla="*/ 141817 w 5026024"/>
              <a:gd name="connsiteY60" fmla="*/ 2359026 h 6857999"/>
              <a:gd name="connsiteX61" fmla="*/ 232832 w 5026024"/>
              <a:gd name="connsiteY61" fmla="*/ 2191809 h 6857999"/>
              <a:gd name="connsiteX62" fmla="*/ 293157 w 5026024"/>
              <a:gd name="connsiteY62" fmla="*/ 2099734 h 6857999"/>
              <a:gd name="connsiteX63" fmla="*/ 335492 w 5026024"/>
              <a:gd name="connsiteY63" fmla="*/ 2010834 h 6857999"/>
              <a:gd name="connsiteX64" fmla="*/ 376766 w 5026024"/>
              <a:gd name="connsiteY64" fmla="*/ 1879601 h 6857999"/>
              <a:gd name="connsiteX65" fmla="*/ 418043 w 5026024"/>
              <a:gd name="connsiteY65" fmla="*/ 1748367 h 6857999"/>
              <a:gd name="connsiteX66" fmla="*/ 459317 w 5026024"/>
              <a:gd name="connsiteY66" fmla="*/ 1617134 h 6857999"/>
              <a:gd name="connsiteX67" fmla="*/ 500591 w 5026024"/>
              <a:gd name="connsiteY67" fmla="*/ 1485901 h 6857999"/>
              <a:gd name="connsiteX68" fmla="*/ 541867 w 5026024"/>
              <a:gd name="connsiteY68" fmla="*/ 1354667 h 6857999"/>
              <a:gd name="connsiteX69" fmla="*/ 583142 w 5026024"/>
              <a:gd name="connsiteY69" fmla="*/ 1223434 h 6857999"/>
              <a:gd name="connsiteX70" fmla="*/ 602192 w 5026024"/>
              <a:gd name="connsiteY70" fmla="*/ 1108076 h 6857999"/>
              <a:gd name="connsiteX71" fmla="*/ 556684 w 5026024"/>
              <a:gd name="connsiteY71" fmla="*/ 1016001 h 6857999"/>
              <a:gd name="connsiteX72" fmla="*/ 680510 w 5026024"/>
              <a:gd name="connsiteY72" fmla="*/ 981076 h 6857999"/>
              <a:gd name="connsiteX73" fmla="*/ 739774 w 5026024"/>
              <a:gd name="connsiteY73" fmla="*/ 944034 h 6857999"/>
              <a:gd name="connsiteX74" fmla="*/ 751419 w 5026024"/>
              <a:gd name="connsiteY74" fmla="*/ 866776 h 6857999"/>
              <a:gd name="connsiteX75" fmla="*/ 652994 w 5026024"/>
              <a:gd name="connsiteY75" fmla="*/ 792692 h 6857999"/>
              <a:gd name="connsiteX76" fmla="*/ 505886 w 5026024"/>
              <a:gd name="connsiteY76" fmla="*/ 730251 h 6857999"/>
              <a:gd name="connsiteX77" fmla="*/ 371476 w 5026024"/>
              <a:gd name="connsiteY77" fmla="*/ 687917 h 6857999"/>
              <a:gd name="connsiteX78" fmla="*/ 312208 w 5026024"/>
              <a:gd name="connsiteY78" fmla="*/ 673101 h 6857999"/>
              <a:gd name="connsiteX79" fmla="*/ 398993 w 5026024"/>
              <a:gd name="connsiteY79" fmla="*/ 578909 h 6857999"/>
              <a:gd name="connsiteX80" fmla="*/ 460376 w 5026024"/>
              <a:gd name="connsiteY80" fmla="*/ 483659 h 6857999"/>
              <a:gd name="connsiteX81" fmla="*/ 428626 w 5026024"/>
              <a:gd name="connsiteY81" fmla="*/ 425451 h 6857999"/>
              <a:gd name="connsiteX82" fmla="*/ 358775 w 5026024"/>
              <a:gd name="connsiteY82" fmla="*/ 314326 h 6857999"/>
              <a:gd name="connsiteX83" fmla="*/ 307977 w 5026024"/>
              <a:gd name="connsiteY83" fmla="*/ 197909 h 6857999"/>
              <a:gd name="connsiteX84" fmla="*/ 273052 w 5026024"/>
              <a:gd name="connsiteY84" fmla="*/ 76201 h 6857999"/>
              <a:gd name="connsiteX85" fmla="*/ 260747 w 5026024"/>
              <a:gd name="connsiteY85" fmla="*/ 1323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026024" h="6857999">
                <a:moveTo>
                  <a:pt x="261958" y="0"/>
                </a:moveTo>
                <a:lnTo>
                  <a:pt x="5026024" y="0"/>
                </a:lnTo>
                <a:lnTo>
                  <a:pt x="5026024" y="6857999"/>
                </a:lnTo>
                <a:lnTo>
                  <a:pt x="438673" y="6857999"/>
                </a:lnTo>
                <a:lnTo>
                  <a:pt x="440281" y="6857375"/>
                </a:lnTo>
                <a:cubicBezTo>
                  <a:pt x="503006" y="6825325"/>
                  <a:pt x="412486" y="6803100"/>
                  <a:pt x="440267" y="6774392"/>
                </a:cubicBezTo>
                <a:cubicBezTo>
                  <a:pt x="534460" y="6738409"/>
                  <a:pt x="473075" y="6710892"/>
                  <a:pt x="477308" y="6679142"/>
                </a:cubicBezTo>
                <a:cubicBezTo>
                  <a:pt x="479427" y="6647392"/>
                  <a:pt x="559860" y="6611409"/>
                  <a:pt x="515407" y="6582834"/>
                </a:cubicBezTo>
                <a:cubicBezTo>
                  <a:pt x="554567" y="6550026"/>
                  <a:pt x="530226" y="6519334"/>
                  <a:pt x="541867" y="6486526"/>
                </a:cubicBezTo>
                <a:cubicBezTo>
                  <a:pt x="537635" y="6454776"/>
                  <a:pt x="570441" y="6419851"/>
                  <a:pt x="543985" y="6388101"/>
                </a:cubicBezTo>
                <a:cubicBezTo>
                  <a:pt x="567266" y="6359526"/>
                  <a:pt x="607484" y="6329892"/>
                  <a:pt x="536576" y="6306610"/>
                </a:cubicBezTo>
                <a:cubicBezTo>
                  <a:pt x="504825" y="6281209"/>
                  <a:pt x="499534" y="6254751"/>
                  <a:pt x="518584" y="6226176"/>
                </a:cubicBezTo>
                <a:cubicBezTo>
                  <a:pt x="484717" y="6196543"/>
                  <a:pt x="584200" y="6162676"/>
                  <a:pt x="552451" y="6138334"/>
                </a:cubicBezTo>
                <a:cubicBezTo>
                  <a:pt x="587375" y="6109759"/>
                  <a:pt x="555626" y="6087534"/>
                  <a:pt x="609600" y="6058959"/>
                </a:cubicBezTo>
                <a:cubicBezTo>
                  <a:pt x="602192" y="6034618"/>
                  <a:pt x="661460" y="6006043"/>
                  <a:pt x="662519" y="5979584"/>
                </a:cubicBezTo>
                <a:cubicBezTo>
                  <a:pt x="672042" y="5952068"/>
                  <a:pt x="705909" y="5921376"/>
                  <a:pt x="678391" y="5891743"/>
                </a:cubicBezTo>
                <a:cubicBezTo>
                  <a:pt x="631824" y="5855759"/>
                  <a:pt x="637119" y="5829301"/>
                  <a:pt x="636060" y="5808134"/>
                </a:cubicBezTo>
                <a:cubicBezTo>
                  <a:pt x="626534" y="5788026"/>
                  <a:pt x="633944" y="5773209"/>
                  <a:pt x="656169" y="5758392"/>
                </a:cubicBezTo>
                <a:cubicBezTo>
                  <a:pt x="662519" y="5730876"/>
                  <a:pt x="695325" y="5705476"/>
                  <a:pt x="695325" y="5643034"/>
                </a:cubicBezTo>
                <a:cubicBezTo>
                  <a:pt x="717552" y="5620809"/>
                  <a:pt x="681568" y="5590118"/>
                  <a:pt x="778934" y="5552017"/>
                </a:cubicBezTo>
                <a:cubicBezTo>
                  <a:pt x="745068" y="5522384"/>
                  <a:pt x="792692" y="5487459"/>
                  <a:pt x="841375" y="5466293"/>
                </a:cubicBezTo>
                <a:cubicBezTo>
                  <a:pt x="882652" y="5438776"/>
                  <a:pt x="917577" y="5411259"/>
                  <a:pt x="881593" y="5389034"/>
                </a:cubicBezTo>
                <a:cubicBezTo>
                  <a:pt x="886885" y="5376334"/>
                  <a:pt x="911227" y="5362577"/>
                  <a:pt x="857250" y="5354109"/>
                </a:cubicBezTo>
                <a:cubicBezTo>
                  <a:pt x="843492" y="5343526"/>
                  <a:pt x="783169" y="5335059"/>
                  <a:pt x="755651" y="5324476"/>
                </a:cubicBezTo>
                <a:cubicBezTo>
                  <a:pt x="699560" y="5305426"/>
                  <a:pt x="718610" y="5282143"/>
                  <a:pt x="703791" y="5260976"/>
                </a:cubicBezTo>
                <a:cubicBezTo>
                  <a:pt x="662519" y="5241926"/>
                  <a:pt x="687916" y="5217584"/>
                  <a:pt x="713318" y="5194301"/>
                </a:cubicBezTo>
                <a:cubicBezTo>
                  <a:pt x="723900" y="5148793"/>
                  <a:pt x="722843" y="5106459"/>
                  <a:pt x="751419" y="5064126"/>
                </a:cubicBezTo>
                <a:cubicBezTo>
                  <a:pt x="713318" y="5046134"/>
                  <a:pt x="717552" y="5008034"/>
                  <a:pt x="649817" y="4968876"/>
                </a:cubicBezTo>
                <a:cubicBezTo>
                  <a:pt x="630767" y="4946651"/>
                  <a:pt x="635000" y="4919134"/>
                  <a:pt x="661460" y="4899026"/>
                </a:cubicBezTo>
                <a:cubicBezTo>
                  <a:pt x="685801" y="4878918"/>
                  <a:pt x="696385" y="4868334"/>
                  <a:pt x="726016" y="4876801"/>
                </a:cubicBezTo>
                <a:cubicBezTo>
                  <a:pt x="714375" y="4840818"/>
                  <a:pt x="718610" y="4802717"/>
                  <a:pt x="718610" y="4765676"/>
                </a:cubicBezTo>
                <a:cubicBezTo>
                  <a:pt x="714375" y="4747684"/>
                  <a:pt x="672042" y="4731809"/>
                  <a:pt x="655110" y="4713818"/>
                </a:cubicBezTo>
                <a:cubicBezTo>
                  <a:pt x="664634" y="4694768"/>
                  <a:pt x="646644" y="4676776"/>
                  <a:pt x="699560" y="4655609"/>
                </a:cubicBezTo>
                <a:cubicBezTo>
                  <a:pt x="711200" y="4618568"/>
                  <a:pt x="748243" y="4579409"/>
                  <a:pt x="669925" y="4547659"/>
                </a:cubicBezTo>
                <a:cubicBezTo>
                  <a:pt x="631824" y="4512734"/>
                  <a:pt x="643469" y="4476751"/>
                  <a:pt x="633944" y="4440768"/>
                </a:cubicBezTo>
                <a:cubicBezTo>
                  <a:pt x="654050" y="4421717"/>
                  <a:pt x="670985" y="4402668"/>
                  <a:pt x="672042" y="4384676"/>
                </a:cubicBezTo>
                <a:cubicBezTo>
                  <a:pt x="662519" y="4367743"/>
                  <a:pt x="639236" y="4350809"/>
                  <a:pt x="592667" y="4335993"/>
                </a:cubicBezTo>
                <a:cubicBezTo>
                  <a:pt x="532342" y="4321176"/>
                  <a:pt x="543985" y="4303184"/>
                  <a:pt x="575734" y="4283076"/>
                </a:cubicBezTo>
                <a:cubicBezTo>
                  <a:pt x="594783" y="4264026"/>
                  <a:pt x="617010" y="4244976"/>
                  <a:pt x="549276" y="4231217"/>
                </a:cubicBezTo>
                <a:cubicBezTo>
                  <a:pt x="594783" y="4196293"/>
                  <a:pt x="542926" y="4166659"/>
                  <a:pt x="506943" y="4137026"/>
                </a:cubicBezTo>
                <a:cubicBezTo>
                  <a:pt x="478367" y="4107393"/>
                  <a:pt x="479427" y="4075643"/>
                  <a:pt x="455085" y="4048126"/>
                </a:cubicBezTo>
                <a:cubicBezTo>
                  <a:pt x="451908" y="4024842"/>
                  <a:pt x="412752" y="4005793"/>
                  <a:pt x="403227" y="3983568"/>
                </a:cubicBezTo>
                <a:cubicBezTo>
                  <a:pt x="404283" y="3961342"/>
                  <a:pt x="352427" y="3941234"/>
                  <a:pt x="358775" y="3915834"/>
                </a:cubicBezTo>
                <a:cubicBezTo>
                  <a:pt x="339725" y="3887259"/>
                  <a:pt x="329142" y="3857626"/>
                  <a:pt x="330200" y="3825876"/>
                </a:cubicBezTo>
                <a:cubicBezTo>
                  <a:pt x="296334" y="3796243"/>
                  <a:pt x="330200" y="3762376"/>
                  <a:pt x="320676" y="3730626"/>
                </a:cubicBezTo>
                <a:cubicBezTo>
                  <a:pt x="324908" y="3697818"/>
                  <a:pt x="315383" y="3666068"/>
                  <a:pt x="320676" y="3634318"/>
                </a:cubicBezTo>
                <a:cubicBezTo>
                  <a:pt x="365126" y="3599393"/>
                  <a:pt x="356658" y="3568701"/>
                  <a:pt x="358775" y="3539068"/>
                </a:cubicBezTo>
                <a:cubicBezTo>
                  <a:pt x="448733" y="3505201"/>
                  <a:pt x="390526" y="3477684"/>
                  <a:pt x="370417" y="3448051"/>
                </a:cubicBezTo>
                <a:cubicBezTo>
                  <a:pt x="369359" y="3421592"/>
                  <a:pt x="356658" y="3403601"/>
                  <a:pt x="304802" y="3390901"/>
                </a:cubicBezTo>
                <a:cubicBezTo>
                  <a:pt x="283635" y="3377143"/>
                  <a:pt x="219075" y="3368676"/>
                  <a:pt x="241303" y="3354918"/>
                </a:cubicBezTo>
                <a:cubicBezTo>
                  <a:pt x="211668" y="3344334"/>
                  <a:pt x="189443" y="3333751"/>
                  <a:pt x="167219" y="3318934"/>
                </a:cubicBezTo>
                <a:cubicBezTo>
                  <a:pt x="156635" y="3303059"/>
                  <a:pt x="154519" y="3284009"/>
                  <a:pt x="135468" y="3258609"/>
                </a:cubicBezTo>
                <a:cubicBezTo>
                  <a:pt x="117475" y="3212042"/>
                  <a:pt x="144993" y="3175001"/>
                  <a:pt x="179918" y="3125259"/>
                </a:cubicBezTo>
                <a:cubicBezTo>
                  <a:pt x="168277" y="3097743"/>
                  <a:pt x="152399" y="3080809"/>
                  <a:pt x="131234" y="3068109"/>
                </a:cubicBezTo>
                <a:cubicBezTo>
                  <a:pt x="109009" y="3055409"/>
                  <a:pt x="82551" y="3044826"/>
                  <a:pt x="49744" y="3030009"/>
                </a:cubicBezTo>
                <a:cubicBezTo>
                  <a:pt x="15874" y="3002493"/>
                  <a:pt x="42334" y="2968626"/>
                  <a:pt x="0" y="2937934"/>
                </a:cubicBezTo>
                <a:cubicBezTo>
                  <a:pt x="5291" y="2904067"/>
                  <a:pt x="10583" y="2868084"/>
                  <a:pt x="47625" y="2831042"/>
                </a:cubicBezTo>
                <a:cubicBezTo>
                  <a:pt x="104774" y="2792942"/>
                  <a:pt x="109009" y="2758018"/>
                  <a:pt x="131234" y="2723092"/>
                </a:cubicBezTo>
                <a:cubicBezTo>
                  <a:pt x="162985" y="2688167"/>
                  <a:pt x="165100" y="2656417"/>
                  <a:pt x="187327" y="2626784"/>
                </a:cubicBezTo>
                <a:cubicBezTo>
                  <a:pt x="130178" y="2579159"/>
                  <a:pt x="143935" y="2537884"/>
                  <a:pt x="165100" y="2495551"/>
                </a:cubicBezTo>
                <a:cubicBezTo>
                  <a:pt x="148168" y="2455334"/>
                  <a:pt x="79376" y="2416176"/>
                  <a:pt x="141817" y="2359026"/>
                </a:cubicBezTo>
                <a:cubicBezTo>
                  <a:pt x="142874" y="2312459"/>
                  <a:pt x="242359" y="2250018"/>
                  <a:pt x="232832" y="2191809"/>
                </a:cubicBezTo>
                <a:cubicBezTo>
                  <a:pt x="298452" y="2159001"/>
                  <a:pt x="258234" y="2131484"/>
                  <a:pt x="293157" y="2099734"/>
                </a:cubicBezTo>
                <a:cubicBezTo>
                  <a:pt x="341842" y="2066926"/>
                  <a:pt x="313268" y="2039409"/>
                  <a:pt x="335492" y="2010834"/>
                </a:cubicBezTo>
                <a:cubicBezTo>
                  <a:pt x="322792" y="1968501"/>
                  <a:pt x="288927" y="1927226"/>
                  <a:pt x="376766" y="1879601"/>
                </a:cubicBezTo>
                <a:cubicBezTo>
                  <a:pt x="331258" y="1839384"/>
                  <a:pt x="418043" y="1791759"/>
                  <a:pt x="418043" y="1748367"/>
                </a:cubicBezTo>
                <a:cubicBezTo>
                  <a:pt x="601135" y="1694393"/>
                  <a:pt x="420158" y="1662643"/>
                  <a:pt x="459317" y="1617134"/>
                </a:cubicBezTo>
                <a:cubicBezTo>
                  <a:pt x="477308" y="1572684"/>
                  <a:pt x="472016" y="1530351"/>
                  <a:pt x="500591" y="1485901"/>
                </a:cubicBezTo>
                <a:cubicBezTo>
                  <a:pt x="525993" y="1441451"/>
                  <a:pt x="595842" y="1394884"/>
                  <a:pt x="541867" y="1354667"/>
                </a:cubicBezTo>
                <a:cubicBezTo>
                  <a:pt x="504825" y="1313392"/>
                  <a:pt x="579966" y="1266826"/>
                  <a:pt x="583142" y="1223434"/>
                </a:cubicBezTo>
                <a:cubicBezTo>
                  <a:pt x="624419" y="1186392"/>
                  <a:pt x="629709" y="1144059"/>
                  <a:pt x="602192" y="1108076"/>
                </a:cubicBezTo>
                <a:cubicBezTo>
                  <a:pt x="648760" y="1067859"/>
                  <a:pt x="602192" y="1036109"/>
                  <a:pt x="556684" y="1016001"/>
                </a:cubicBezTo>
                <a:cubicBezTo>
                  <a:pt x="639236" y="1003301"/>
                  <a:pt x="570441" y="998009"/>
                  <a:pt x="680510" y="981076"/>
                </a:cubicBezTo>
                <a:cubicBezTo>
                  <a:pt x="708024" y="968376"/>
                  <a:pt x="775759" y="953559"/>
                  <a:pt x="739774" y="944034"/>
                </a:cubicBezTo>
                <a:cubicBezTo>
                  <a:pt x="659342" y="924984"/>
                  <a:pt x="835024" y="889001"/>
                  <a:pt x="751419" y="866776"/>
                </a:cubicBezTo>
                <a:cubicBezTo>
                  <a:pt x="705909" y="842434"/>
                  <a:pt x="613833" y="821267"/>
                  <a:pt x="652994" y="792692"/>
                </a:cubicBezTo>
                <a:cubicBezTo>
                  <a:pt x="589491" y="770467"/>
                  <a:pt x="510118" y="751417"/>
                  <a:pt x="505886" y="730251"/>
                </a:cubicBezTo>
                <a:cubicBezTo>
                  <a:pt x="405342" y="715434"/>
                  <a:pt x="317502" y="702734"/>
                  <a:pt x="371476" y="687917"/>
                </a:cubicBezTo>
                <a:cubicBezTo>
                  <a:pt x="359832" y="676276"/>
                  <a:pt x="244476" y="676276"/>
                  <a:pt x="312208" y="673101"/>
                </a:cubicBezTo>
                <a:cubicBezTo>
                  <a:pt x="352427" y="630767"/>
                  <a:pt x="342901" y="607484"/>
                  <a:pt x="398993" y="578909"/>
                </a:cubicBezTo>
                <a:cubicBezTo>
                  <a:pt x="462491" y="550334"/>
                  <a:pt x="525993" y="521759"/>
                  <a:pt x="460376" y="483659"/>
                </a:cubicBezTo>
                <a:cubicBezTo>
                  <a:pt x="545043" y="456142"/>
                  <a:pt x="425452" y="444501"/>
                  <a:pt x="428626" y="425451"/>
                </a:cubicBezTo>
                <a:cubicBezTo>
                  <a:pt x="430743" y="387351"/>
                  <a:pt x="316442" y="355601"/>
                  <a:pt x="358775" y="314326"/>
                </a:cubicBezTo>
                <a:cubicBezTo>
                  <a:pt x="307977" y="278342"/>
                  <a:pt x="216958" y="243417"/>
                  <a:pt x="307977" y="197909"/>
                </a:cubicBezTo>
                <a:cubicBezTo>
                  <a:pt x="385234" y="152401"/>
                  <a:pt x="317502" y="115359"/>
                  <a:pt x="273052" y="76201"/>
                </a:cubicBezTo>
                <a:cubicBezTo>
                  <a:pt x="254001" y="56093"/>
                  <a:pt x="257177" y="34662"/>
                  <a:pt x="260747" y="13230"/>
                </a:cubicBezTo>
                <a:close/>
              </a:path>
            </a:pathLst>
          </a:custGeom>
          <a:ln>
            <a:noFill/>
          </a:ln>
        </p:spPr>
      </p:pic>
      <p:sp>
        <p:nvSpPr>
          <p:cNvPr id="20" name="Título 2">
            <a:extLst>
              <a:ext uri="{FF2B5EF4-FFF2-40B4-BE49-F238E27FC236}">
                <a16:creationId xmlns:a16="http://schemas.microsoft.com/office/drawing/2014/main" id="{F80F7987-0D20-65DF-541C-DBAA0D46AD5E}"/>
              </a:ext>
            </a:extLst>
          </p:cNvPr>
          <p:cNvSpPr txBox="1">
            <a:spLocks/>
          </p:cNvSpPr>
          <p:nvPr/>
        </p:nvSpPr>
        <p:spPr>
          <a:xfrm>
            <a:off x="353083" y="453234"/>
            <a:ext cx="5388956" cy="11789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" sz="65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AgroNomad</a:t>
            </a:r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296D25B6-6B47-6AD2-79DB-006B20DC57CA}"/>
              </a:ext>
            </a:extLst>
          </p:cNvPr>
          <p:cNvSpPr txBox="1">
            <a:spLocks/>
          </p:cNvSpPr>
          <p:nvPr/>
        </p:nvSpPr>
        <p:spPr>
          <a:xfrm>
            <a:off x="453863" y="1337998"/>
            <a:ext cx="50005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" sz="1870" dirty="0">
                <a:solidFill>
                  <a:schemeClr val="bg1"/>
                </a:solidFill>
                <a:latin typeface="Montserrat" pitchFamily="2" charset="0"/>
              </a:rPr>
              <a:t>MONITOREO INTELIGENTE DE GANADO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06E0EC51-0CB8-E046-6E7E-50E59FFE269E}"/>
              </a:ext>
            </a:extLst>
          </p:cNvPr>
          <p:cNvSpPr txBox="1">
            <a:spLocks/>
          </p:cNvSpPr>
          <p:nvPr/>
        </p:nvSpPr>
        <p:spPr>
          <a:xfrm>
            <a:off x="1202899" y="2647494"/>
            <a:ext cx="3706351" cy="218719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</a:pPr>
            <a:r>
              <a:rPr lang="es-MX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D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ella Torre, Joaquín</a:t>
            </a:r>
          </a:p>
          <a:p>
            <a:pPr fontAlgn="base">
              <a:lnSpc>
                <a:spcPct val="150000"/>
              </a:lnSpc>
            </a:pP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Gonzalez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 </a:t>
            </a: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Camiscia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, Santiago</a:t>
            </a:r>
          </a:p>
          <a:p>
            <a:pPr fontAlgn="base">
              <a:lnSpc>
                <a:spcPct val="150000"/>
              </a:lnSpc>
            </a:pP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Romero Dominguez, Braulio</a:t>
            </a:r>
          </a:p>
          <a:p>
            <a:pPr fontAlgn="base">
              <a:lnSpc>
                <a:spcPct val="150000"/>
              </a:lnSpc>
            </a:pP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Villegas </a:t>
            </a: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Gonzalez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, Alejandro</a:t>
            </a:r>
          </a:p>
        </p:txBody>
      </p:sp>
      <p:sp>
        <p:nvSpPr>
          <p:cNvPr id="23" name="Marcador de texto 4">
            <a:extLst>
              <a:ext uri="{FF2B5EF4-FFF2-40B4-BE49-F238E27FC236}">
                <a16:creationId xmlns:a16="http://schemas.microsoft.com/office/drawing/2014/main" id="{A7407838-2E04-3A03-AAED-0124B616962B}"/>
              </a:ext>
            </a:extLst>
          </p:cNvPr>
          <p:cNvSpPr txBox="1">
            <a:spLocks/>
          </p:cNvSpPr>
          <p:nvPr/>
        </p:nvSpPr>
        <p:spPr>
          <a:xfrm>
            <a:off x="530063" y="1852338"/>
            <a:ext cx="48481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cap="all" spc="3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" spc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F699B447-5C95-D84D-DE02-1DBED7B7EC65}"/>
              </a:ext>
            </a:extLst>
          </p:cNvPr>
          <p:cNvSpPr txBox="1">
            <a:spLocks/>
          </p:cNvSpPr>
          <p:nvPr/>
        </p:nvSpPr>
        <p:spPr>
          <a:xfrm>
            <a:off x="590922" y="2054607"/>
            <a:ext cx="4726464" cy="509862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50000"/>
              </a:lnSpc>
              <a:buNone/>
            </a:pPr>
            <a:r>
              <a:rPr lang="es-MX" sz="2000" b="1" dirty="0">
                <a:solidFill>
                  <a:schemeClr val="bg1"/>
                </a:solidFill>
                <a:latin typeface="Montserrat SemiBold" pitchFamily="2" charset="0"/>
                <a:cs typeface="Poppins" panose="00000500000000000000" pitchFamily="2" charset="0"/>
              </a:rPr>
              <a:t>E.E.S.T N°7  IMPA “TRQ“ – Eje Libre</a:t>
            </a:r>
            <a:endParaRPr lang="es-AR" sz="2000" b="1" dirty="0">
              <a:solidFill>
                <a:schemeClr val="bg1"/>
              </a:solidFill>
              <a:latin typeface="Montserrat SemiBold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F2EEEC-C9C9-562C-F7F3-33C48DC54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612" y="4966273"/>
            <a:ext cx="1519084" cy="15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7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>
      <p:transition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F475B-26A5-7DFC-783E-1C41B7A3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4">
            <a:extLst>
              <a:ext uri="{FF2B5EF4-FFF2-40B4-BE49-F238E27FC236}">
                <a16:creationId xmlns:a16="http://schemas.microsoft.com/office/drawing/2014/main" id="{F0FD217B-8B49-B99E-75C8-0CAA342152B7}"/>
              </a:ext>
            </a:extLst>
          </p:cNvPr>
          <p:cNvSpPr txBox="1">
            <a:spLocks/>
          </p:cNvSpPr>
          <p:nvPr/>
        </p:nvSpPr>
        <p:spPr>
          <a:xfrm>
            <a:off x="318202" y="187630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5D9F2D8C-F153-A343-94CD-7CCA76BD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473" y="237364"/>
            <a:ext cx="8057054" cy="932100"/>
          </a:xfrm>
          <a:ln>
            <a:noFill/>
          </a:ln>
        </p:spPr>
        <p:txBody>
          <a:bodyPr rtlCol="0" anchor="b">
            <a:normAutofit fontScale="90000"/>
          </a:bodyPr>
          <a:lstStyle/>
          <a:p>
            <a:pPr rtl="0"/>
            <a:r>
              <a:rPr lang="es" sz="5000" b="1" dirty="0">
                <a:solidFill>
                  <a:srgbClr val="196D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Componentes del Proyecto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A825920-FB82-93BA-33AE-69FECF7B025B}"/>
              </a:ext>
            </a:extLst>
          </p:cNvPr>
          <p:cNvGrpSpPr/>
          <p:nvPr/>
        </p:nvGrpSpPr>
        <p:grpSpPr>
          <a:xfrm>
            <a:off x="1466970" y="4078290"/>
            <a:ext cx="9689291" cy="1028229"/>
            <a:chOff x="1584960" y="4162037"/>
            <a:chExt cx="9689291" cy="1028229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5B5FFA4A-CFF9-3BB4-62E0-7395945ADD2D}"/>
                </a:ext>
              </a:extLst>
            </p:cNvPr>
            <p:cNvSpPr/>
            <p:nvPr/>
          </p:nvSpPr>
          <p:spPr>
            <a:xfrm>
              <a:off x="1584960" y="4162037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277C49E5-10C3-4124-2F7C-163E168FB41E}"/>
                </a:ext>
              </a:extLst>
            </p:cNvPr>
            <p:cNvSpPr/>
            <p:nvPr/>
          </p:nvSpPr>
          <p:spPr>
            <a:xfrm>
              <a:off x="3092267" y="4285352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AGROBOT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Estación fija de Recepción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A9B0A4A7-E81E-51F7-C175-178824719EEF}"/>
                </a:ext>
              </a:extLst>
            </p:cNvPr>
            <p:cNvSpPr/>
            <p:nvPr/>
          </p:nvSpPr>
          <p:spPr>
            <a:xfrm>
              <a:off x="1911330" y="4277360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63B30235-8090-C650-3E86-076B5ED71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499"/>
            <a:stretch>
              <a:fillRect/>
            </a:stretch>
          </p:blipFill>
          <p:spPr>
            <a:xfrm>
              <a:off x="1849841" y="4432991"/>
              <a:ext cx="862392" cy="444138"/>
            </a:xfrm>
            <a:prstGeom prst="rect">
              <a:avLst/>
            </a:prstGeom>
          </p:spPr>
        </p:pic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38AE33C8-1B82-51BD-EAFE-0D8088E17BCE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9" y="4380056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D798B91-2741-C479-C15F-86EDEF2F5909}"/>
              </a:ext>
            </a:extLst>
          </p:cNvPr>
          <p:cNvGrpSpPr/>
          <p:nvPr/>
        </p:nvGrpSpPr>
        <p:grpSpPr>
          <a:xfrm>
            <a:off x="1466971" y="2689732"/>
            <a:ext cx="9689291" cy="1028229"/>
            <a:chOff x="1584960" y="2855387"/>
            <a:chExt cx="9689291" cy="1028229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4619D659-99E5-E5AA-7A16-2CAF4568ED41}"/>
                </a:ext>
              </a:extLst>
            </p:cNvPr>
            <p:cNvSpPr/>
            <p:nvPr/>
          </p:nvSpPr>
          <p:spPr>
            <a:xfrm>
              <a:off x="1584960" y="2855387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EC5B6C20-01D4-58B2-7055-B0B212597C0C}"/>
                </a:ext>
              </a:extLst>
            </p:cNvPr>
            <p:cNvSpPr/>
            <p:nvPr/>
          </p:nvSpPr>
          <p:spPr>
            <a:xfrm>
              <a:off x="3092267" y="2978702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AGRONECK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C</a:t>
              </a:r>
              <a:r>
                <a:rPr lang="es-AR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ollares Smart en Campo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74D325D-791D-EDB8-1539-15B680F122A3}"/>
                </a:ext>
              </a:extLst>
            </p:cNvPr>
            <p:cNvSpPr/>
            <p:nvPr/>
          </p:nvSpPr>
          <p:spPr>
            <a:xfrm>
              <a:off x="1907538" y="2970710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6A41683-B5FA-615A-73AA-227446E3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976" r="22501"/>
            <a:stretch>
              <a:fillRect/>
            </a:stretch>
          </p:blipFill>
          <p:spPr>
            <a:xfrm>
              <a:off x="1907537" y="3126404"/>
              <a:ext cx="573036" cy="591714"/>
            </a:xfrm>
            <a:prstGeom prst="rect">
              <a:avLst/>
            </a:prstGeom>
          </p:spPr>
        </p:pic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CC3054-4533-BB1A-2D08-70DA92C176CE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8" y="3126404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86CD9B10-7F98-C42B-99A6-6E9FB20CA702}"/>
              </a:ext>
            </a:extLst>
          </p:cNvPr>
          <p:cNvGrpSpPr/>
          <p:nvPr/>
        </p:nvGrpSpPr>
        <p:grpSpPr>
          <a:xfrm>
            <a:off x="1466972" y="5466849"/>
            <a:ext cx="9689291" cy="1028229"/>
            <a:chOff x="1584960" y="5466850"/>
            <a:chExt cx="9689291" cy="1028229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F404976-B0C9-EC82-B8C5-9343E9DA082C}"/>
                </a:ext>
              </a:extLst>
            </p:cNvPr>
            <p:cNvSpPr/>
            <p:nvPr/>
          </p:nvSpPr>
          <p:spPr>
            <a:xfrm>
              <a:off x="1584960" y="5466850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F0468A0-34B7-28AC-A20F-CE67F43CEC32}"/>
                </a:ext>
              </a:extLst>
            </p:cNvPr>
            <p:cNvSpPr/>
            <p:nvPr/>
          </p:nvSpPr>
          <p:spPr>
            <a:xfrm>
              <a:off x="3092267" y="5590165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AGROSERVER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</a:t>
              </a:r>
              <a:r>
                <a:rPr lang="es-MX" sz="2400" dirty="0" err="1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Dashboard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de Usuario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6F256317-952A-E177-6BF4-3E6DB6C48C39}"/>
                </a:ext>
              </a:extLst>
            </p:cNvPr>
            <p:cNvSpPr/>
            <p:nvPr/>
          </p:nvSpPr>
          <p:spPr>
            <a:xfrm>
              <a:off x="1907538" y="5590165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03F3AB46-93F7-0E00-68BA-0524463B3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2269" y="5660687"/>
              <a:ext cx="582386" cy="582386"/>
            </a:xfrm>
            <a:prstGeom prst="rect">
              <a:avLst/>
            </a:prstGeom>
          </p:spPr>
        </p:pic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EBCA336-5A29-E0D0-8031-86261C43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9" y="5746000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Google Shape;110;p15">
            <a:extLst>
              <a:ext uri="{FF2B5EF4-FFF2-40B4-BE49-F238E27FC236}">
                <a16:creationId xmlns:a16="http://schemas.microsoft.com/office/drawing/2014/main" id="{4E0E25B3-A8CE-5221-F6D7-D9929D25968A}"/>
              </a:ext>
            </a:extLst>
          </p:cNvPr>
          <p:cNvSpPr/>
          <p:nvPr/>
        </p:nvSpPr>
        <p:spPr>
          <a:xfrm>
            <a:off x="2202750" y="1520134"/>
            <a:ext cx="7786500" cy="782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1F950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rgbClr val="1F950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Solución tecnológica en el sector agropecuario</a:t>
            </a:r>
            <a:endParaRPr sz="2400" b="0" i="0" u="none" strike="noStrike" cap="none">
              <a:solidFill>
                <a:srgbClr val="1F950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61832344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D5CB4-A317-049E-74A7-4B827E9A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4">
            <a:extLst>
              <a:ext uri="{FF2B5EF4-FFF2-40B4-BE49-F238E27FC236}">
                <a16:creationId xmlns:a16="http://schemas.microsoft.com/office/drawing/2014/main" id="{EA3410DE-DB95-889A-1E4F-CB2C10DD35E8}"/>
              </a:ext>
            </a:extLst>
          </p:cNvPr>
          <p:cNvSpPr txBox="1">
            <a:spLocks/>
          </p:cNvSpPr>
          <p:nvPr/>
        </p:nvSpPr>
        <p:spPr>
          <a:xfrm>
            <a:off x="318202" y="187630"/>
            <a:ext cx="2321186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72F3DE0-914D-77B9-D1F5-848509F97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688" y="237364"/>
            <a:ext cx="8057054" cy="932100"/>
          </a:xfrm>
          <a:ln>
            <a:noFill/>
          </a:ln>
        </p:spPr>
        <p:txBody>
          <a:bodyPr rtlCol="0" anchor="b">
            <a:normAutofit/>
          </a:bodyPr>
          <a:lstStyle/>
          <a:p>
            <a:pPr algn="ctr" rtl="0"/>
            <a:r>
              <a:rPr lang="es" sz="5000" b="1" dirty="0">
                <a:solidFill>
                  <a:srgbClr val="196D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AgroNeck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39980D7-AF9E-B05B-CDBB-91C3BAD67114}"/>
              </a:ext>
            </a:extLst>
          </p:cNvPr>
          <p:cNvSpPr/>
          <p:nvPr/>
        </p:nvSpPr>
        <p:spPr>
          <a:xfrm>
            <a:off x="285458" y="1485288"/>
            <a:ext cx="6695547" cy="732870"/>
          </a:xfrm>
          <a:prstGeom prst="roundRect">
            <a:avLst/>
          </a:prstGeom>
          <a:solidFill>
            <a:srgbClr val="0E4607"/>
          </a:solidFill>
          <a:ln w="12700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400" b="1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Prestaciones integradas en el </a:t>
            </a:r>
            <a:r>
              <a:rPr lang="es-MX" sz="2400" b="1" dirty="0" err="1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AgroNeck</a:t>
            </a:r>
            <a:endParaRPr lang="es-AR" sz="2400" b="1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68BCE509-4875-0744-1161-C089D6E5B836}"/>
              </a:ext>
            </a:extLst>
          </p:cNvPr>
          <p:cNvSpPr/>
          <p:nvPr/>
        </p:nvSpPr>
        <p:spPr>
          <a:xfrm>
            <a:off x="702079" y="3389367"/>
            <a:ext cx="6005782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Ubicación GPS y registro de actividad diaria.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CF074773-659D-A814-A311-F65686D2FEDA}"/>
              </a:ext>
            </a:extLst>
          </p:cNvPr>
          <p:cNvSpPr/>
          <p:nvPr/>
        </p:nvSpPr>
        <p:spPr>
          <a:xfrm>
            <a:off x="702075" y="5632182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Autonomía energética solar.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E195915-82E0-A20F-8579-FAEC84BD3B0C}"/>
              </a:ext>
            </a:extLst>
          </p:cNvPr>
          <p:cNvSpPr/>
          <p:nvPr/>
        </p:nvSpPr>
        <p:spPr>
          <a:xfrm>
            <a:off x="702076" y="4136972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Medición de temperatura interna estimada.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B5C0B7E-2EDD-B132-12CB-CA443EEEBA45}"/>
              </a:ext>
            </a:extLst>
          </p:cNvPr>
          <p:cNvSpPr/>
          <p:nvPr/>
        </p:nvSpPr>
        <p:spPr>
          <a:xfrm>
            <a:off x="702077" y="2425762"/>
            <a:ext cx="6005783" cy="756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Asignación de perfil haciendo a cada </a:t>
            </a:r>
            <a:r>
              <a:rPr lang="es-MX" sz="2000" dirty="0" err="1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AgroNeck</a:t>
            </a: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 un collar único por cada animal.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502309D-7ABE-7E64-E5EE-1A7F2FECB1EB}"/>
              </a:ext>
            </a:extLst>
          </p:cNvPr>
          <p:cNvSpPr/>
          <p:nvPr/>
        </p:nvSpPr>
        <p:spPr>
          <a:xfrm>
            <a:off x="702076" y="4884577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Sistema de ahorro energético “Deep Sleep”.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093CE7-13F5-BC88-F6DA-557F613F7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566" y="1396858"/>
            <a:ext cx="4874782" cy="506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1622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318200" y="187625"/>
            <a:ext cx="2639400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dirty="0"/>
          </a:p>
        </p:txBody>
      </p:sp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2351688" y="237364"/>
            <a:ext cx="805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AgroNeck</a:t>
            </a:r>
            <a:endParaRPr dirty="0"/>
          </a:p>
        </p:txBody>
      </p:sp>
      <p:pic>
        <p:nvPicPr>
          <p:cNvPr id="159" name="Google Shape;159;p18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1103975" y="1365575"/>
            <a:ext cx="4474850" cy="5931900"/>
          </a:xfrm>
          <a:prstGeom prst="rect">
            <a:avLst/>
          </a:prstGeom>
          <a:noFill/>
          <a:ln w="38100" cap="flat" cmpd="sng">
            <a:solidFill>
              <a:srgbClr val="0E460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18"/>
          <p:cNvSpPr/>
          <p:nvPr/>
        </p:nvSpPr>
        <p:spPr>
          <a:xfrm>
            <a:off x="1231500" y="1328750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Diagrama de </a:t>
            </a:r>
            <a:r>
              <a:rPr lang="es-MX" sz="2400" b="1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bloques</a:t>
            </a:r>
            <a:endParaRPr sz="2400" b="0" i="0" u="none" strike="noStrike" cap="none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625289" y="2247490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Microcontrolador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ESP32 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625289" y="2984757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Módulo GPS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NEO6MV2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625289" y="3722024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Módulo LoRa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XL1278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625289" y="5196558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Sensado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Temp. </a:t>
            </a: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MLX90614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6625289" y="4459291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Acelerómetro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MPU6050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045500" y="1328750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Módulos</a:t>
            </a:r>
            <a:endParaRPr sz="2400" b="0" i="0" u="none" strike="noStrike" cap="none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5C60FE-BC47-F455-6269-8CCC1A705E9A}"/>
              </a:ext>
            </a:extLst>
          </p:cNvPr>
          <p:cNvSpPr/>
          <p:nvPr/>
        </p:nvSpPr>
        <p:spPr>
          <a:xfrm>
            <a:off x="4139382" y="3538800"/>
            <a:ext cx="1860994" cy="838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Google Shape;164;p18">
            <a:extLst>
              <a:ext uri="{FF2B5EF4-FFF2-40B4-BE49-F238E27FC236}">
                <a16:creationId xmlns:a16="http://schemas.microsoft.com/office/drawing/2014/main" id="{89F1735E-9DA2-5D0C-03C7-D54B829D087F}"/>
              </a:ext>
            </a:extLst>
          </p:cNvPr>
          <p:cNvSpPr/>
          <p:nvPr/>
        </p:nvSpPr>
        <p:spPr>
          <a:xfrm>
            <a:off x="6625289" y="5933825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Sensado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Temp. Ext.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LM35 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ransition spd="slow" advTm="5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318202" y="187630"/>
            <a:ext cx="1549928" cy="103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 dirty="0"/>
          </a:p>
        </p:txBody>
      </p:sp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2482316" y="233569"/>
            <a:ext cx="8057054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Arial Unicode MS" panose="020B0604020202020204" pitchFamily="34" charset="-128"/>
                <a:cs typeface="Poppins"/>
                <a:sym typeface="Poppins"/>
              </a:rPr>
              <a:t>AgroBot</a:t>
            </a:r>
            <a:r>
              <a:rPr lang="es-MX" sz="5000" b="1" dirty="0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</p:txBody>
      </p:sp>
      <p:sp>
        <p:nvSpPr>
          <p:cNvPr id="175" name="Google Shape;175;p19"/>
          <p:cNvSpPr/>
          <p:nvPr/>
        </p:nvSpPr>
        <p:spPr>
          <a:xfrm>
            <a:off x="318203" y="1904882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es una estación de recepción de datos fija 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encargada de recibir y procesar los datos de los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AgroNecks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18202" y="6104605"/>
            <a:ext cx="11555700" cy="616800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</a:t>
            </a:r>
            <a:r>
              <a:rPr lang="es-MX" sz="22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AgroBots</a:t>
            </a: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son los centros de control del ecosistema </a:t>
            </a:r>
            <a:r>
              <a:rPr lang="es-MX" sz="22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AgroNomad</a:t>
            </a: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2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6922911" y="1113067"/>
            <a:ext cx="4030077" cy="5700250"/>
          </a:xfrm>
          <a:prstGeom prst="rect">
            <a:avLst/>
          </a:prstGeom>
          <a:noFill/>
          <a:ln w="38100" cap="flat" cmpd="sng">
            <a:solidFill>
              <a:srgbClr val="0E460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75;p19">
            <a:extLst>
              <a:ext uri="{FF2B5EF4-FFF2-40B4-BE49-F238E27FC236}">
                <a16:creationId xmlns:a16="http://schemas.microsoft.com/office/drawing/2014/main" id="{0743BB13-3CA5-0775-C829-BF1484F7FEC7}"/>
              </a:ext>
            </a:extLst>
          </p:cNvPr>
          <p:cNvSpPr/>
          <p:nvPr/>
        </p:nvSpPr>
        <p:spPr>
          <a:xfrm>
            <a:off x="318203" y="3286729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Cada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generará una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dashboard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llamada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AgroServer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que será la interfaz del usuario.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75;p19">
            <a:extLst>
              <a:ext uri="{FF2B5EF4-FFF2-40B4-BE49-F238E27FC236}">
                <a16:creationId xmlns:a16="http://schemas.microsoft.com/office/drawing/2014/main" id="{2A1B19D5-F117-9603-A6DB-34F6841E5E96}"/>
              </a:ext>
            </a:extLst>
          </p:cNvPr>
          <p:cNvSpPr/>
          <p:nvPr/>
        </p:nvSpPr>
        <p:spPr>
          <a:xfrm>
            <a:off x="318203" y="4668576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AgroServer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también podrá ser abierto en dispositivos conectados a la red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-Fi que genera el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Google Shape;160;p18">
            <a:extLst>
              <a:ext uri="{FF2B5EF4-FFF2-40B4-BE49-F238E27FC236}">
                <a16:creationId xmlns:a16="http://schemas.microsoft.com/office/drawing/2014/main" id="{96E00F3B-4435-8093-993B-F1FFCB18043D}"/>
              </a:ext>
            </a:extLst>
          </p:cNvPr>
          <p:cNvSpPr/>
          <p:nvPr/>
        </p:nvSpPr>
        <p:spPr>
          <a:xfrm>
            <a:off x="7016003" y="1219199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Diagrama de </a:t>
            </a:r>
            <a:r>
              <a:rPr lang="es-MX" sz="2400" b="1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bloques</a:t>
            </a:r>
            <a:endParaRPr sz="2400" b="0" i="0" u="none" strike="noStrike" cap="none" dirty="0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167;p18">
            <a:extLst>
              <a:ext uri="{FF2B5EF4-FFF2-40B4-BE49-F238E27FC236}">
                <a16:creationId xmlns:a16="http://schemas.microsoft.com/office/drawing/2014/main" id="{261ABB58-5A4F-F4E9-F2B2-BBBBA29208EB}"/>
              </a:ext>
            </a:extLst>
          </p:cNvPr>
          <p:cNvSpPr/>
          <p:nvPr/>
        </p:nvSpPr>
        <p:spPr>
          <a:xfrm>
            <a:off x="1093166" y="1219859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</a:t>
            </a:r>
            <a:endParaRPr sz="2400" b="0" i="0" u="none" strike="noStrike" cap="none" dirty="0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ransition spd="slow" advTm="500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/>
        </p:nvSpPr>
        <p:spPr>
          <a:xfrm>
            <a:off x="318200" y="187630"/>
            <a:ext cx="1746573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</a:t>
            </a:r>
            <a:endParaRPr dirty="0"/>
          </a:p>
        </p:txBody>
      </p:sp>
      <p:sp>
        <p:nvSpPr>
          <p:cNvPr id="185" name="Google Shape;185;p20"/>
          <p:cNvSpPr txBox="1">
            <a:spLocks noGrp="1"/>
          </p:cNvSpPr>
          <p:nvPr>
            <p:ph type="title"/>
          </p:nvPr>
        </p:nvSpPr>
        <p:spPr>
          <a:xfrm>
            <a:off x="2482316" y="233569"/>
            <a:ext cx="805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AgroServer</a:t>
            </a:r>
            <a:endParaRPr dirty="0"/>
          </a:p>
        </p:txBody>
      </p:sp>
      <p:sp>
        <p:nvSpPr>
          <p:cNvPr id="186" name="Google Shape;186;p20"/>
          <p:cNvSpPr/>
          <p:nvPr/>
        </p:nvSpPr>
        <p:spPr>
          <a:xfrm>
            <a:off x="6250199" y="1550861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Mapeo del área de trabajo establecida y posición de los animales.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250199" y="2613537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Asignación de perfil a cada collar con información fundamental del animal.</a:t>
            </a:r>
          </a:p>
        </p:txBody>
      </p:sp>
      <p:sp>
        <p:nvSpPr>
          <p:cNvPr id="188" name="Google Shape;188;p20"/>
          <p:cNvSpPr/>
          <p:nvPr/>
        </p:nvSpPr>
        <p:spPr>
          <a:xfrm>
            <a:off x="6250199" y="3676214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Observación de distancia recorrida por el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animal durante el día. 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18200" y="5899891"/>
            <a:ext cx="11555799" cy="616800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Tecnologías web para el desarrollo: React.js, Node.js y Express.js. </a:t>
            </a:r>
            <a:endParaRPr sz="22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88;p20">
            <a:extLst>
              <a:ext uri="{FF2B5EF4-FFF2-40B4-BE49-F238E27FC236}">
                <a16:creationId xmlns:a16="http://schemas.microsoft.com/office/drawing/2014/main" id="{9FB66957-72B7-6AB4-DEB3-A39B74777EBB}"/>
              </a:ext>
            </a:extLst>
          </p:cNvPr>
          <p:cNvSpPr/>
          <p:nvPr/>
        </p:nvSpPr>
        <p:spPr>
          <a:xfrm>
            <a:off x="6250199" y="4738891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Alertas ante animales fuera del área de trabajo o con parámetros fuera de rango.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FD7DB1-5FC0-4AA0-6376-A509A32D6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16" y="1656241"/>
            <a:ext cx="5704684" cy="3860399"/>
          </a:xfrm>
          <a:prstGeom prst="rect">
            <a:avLst/>
          </a:prstGeom>
          <a:ln w="38100">
            <a:solidFill>
              <a:srgbClr val="0E4607"/>
            </a:solidFill>
          </a:ln>
        </p:spPr>
      </p:pic>
    </p:spTree>
  </p:cSld>
  <p:clrMapOvr>
    <a:masterClrMapping/>
  </p:clrMapOvr>
  <p:transition spd="slow" advTm="500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60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B79C6-5A44-D103-0A27-27FF8F23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30030776-55BA-C6FB-E747-B3C5BA7A359B}"/>
              </a:ext>
            </a:extLst>
          </p:cNvPr>
          <p:cNvSpPr txBox="1">
            <a:spLocks/>
          </p:cNvSpPr>
          <p:nvPr/>
        </p:nvSpPr>
        <p:spPr>
          <a:xfrm>
            <a:off x="604576" y="2998055"/>
            <a:ext cx="7952676" cy="14872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" sz="8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A260D19-97BA-DECC-A8D4-2D0CCB51A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2961" b="35353"/>
          <a:stretch>
            <a:fillRect/>
          </a:stretch>
        </p:blipFill>
        <p:spPr>
          <a:xfrm>
            <a:off x="6096000" y="3676271"/>
            <a:ext cx="4509975" cy="173877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3B3E19D-E29C-815A-4835-733B433F45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9297" b="57038"/>
          <a:stretch>
            <a:fillRect/>
          </a:stretch>
        </p:blipFill>
        <p:spPr>
          <a:xfrm>
            <a:off x="730594" y="3608439"/>
            <a:ext cx="4455443" cy="18744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85B4B09-256A-60E7-5C34-E55930D0F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76" y="-146242"/>
            <a:ext cx="10751574" cy="429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70688"/>
      </p:ext>
    </p:extLst>
  </p:cSld>
  <p:clrMapOvr>
    <a:masterClrMapping/>
  </p:clrMapOvr>
  <p:transition spd="slow" advTm="5000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292</Words>
  <Application>Microsoft Office PowerPoint</Application>
  <PresentationFormat>Panorámica</PresentationFormat>
  <Paragraphs>50</Paragraphs>
  <Slides>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Montserrat Black</vt:lpstr>
      <vt:lpstr>Montserrat Medium</vt:lpstr>
      <vt:lpstr>Montserrat SemiBold</vt:lpstr>
      <vt:lpstr>Poppins</vt:lpstr>
      <vt:lpstr>Tema de Office</vt:lpstr>
      <vt:lpstr>Presentación de PowerPoint</vt:lpstr>
      <vt:lpstr>Componentes del Proyecto</vt:lpstr>
      <vt:lpstr>AgroNeck</vt:lpstr>
      <vt:lpstr>AgroNeck</vt:lpstr>
      <vt:lpstr>AgroBot </vt:lpstr>
      <vt:lpstr>AgroServer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Braulio Romero Dominguez ONIET 2024</dc:creator>
  <cp:lastModifiedBy>Braulio Romero Dominguez ONIET 2024</cp:lastModifiedBy>
  <cp:revision>23</cp:revision>
  <cp:lastPrinted>2026-05-18T15:45:54Z</cp:lastPrinted>
  <dcterms:created xsi:type="dcterms:W3CDTF">2026-04-28T19:32:50Z</dcterms:created>
  <dcterms:modified xsi:type="dcterms:W3CDTF">2026-09-25T20:23:41Z</dcterms:modified>
</cp:coreProperties>
</file>